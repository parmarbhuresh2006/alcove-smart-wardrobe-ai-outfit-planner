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i41gN9DPnYT+XIIwy6s+GANvfX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ee90731317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2ee90731317_0_23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ee90731317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g2ee90731317_0_29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e90731317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2ee90731317_0_24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ee90731317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2ee90731317_0_26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ee90731317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2ee90731317_0_27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ee90731317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2ee90731317_0_28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e90731317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2ee90731317_0_28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2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ee90731317_0_169"/>
          <p:cNvSpPr txBox="1"/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2ee90731317_0_169"/>
          <p:cNvSpPr txBox="1"/>
          <p:nvPr>
            <p:ph idx="1" type="subTitle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2ee90731317_0_16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2ee90731317_0_210"/>
          <p:cNvSpPr txBox="1"/>
          <p:nvPr>
            <p:ph idx="10" type="dt"/>
          </p:nvPr>
        </p:nvSpPr>
        <p:spPr>
          <a:xfrm>
            <a:off x="6172200" y="5143500"/>
            <a:ext cx="2514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g2ee90731317_0_210"/>
          <p:cNvSpPr txBox="1"/>
          <p:nvPr>
            <p:ph idx="11" type="ftr"/>
          </p:nvPr>
        </p:nvSpPr>
        <p:spPr>
          <a:xfrm>
            <a:off x="457199" y="5143500"/>
            <a:ext cx="3352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g2ee90731317_0_210"/>
          <p:cNvSpPr txBox="1"/>
          <p:nvPr>
            <p:ph idx="12" type="sldNum"/>
          </p:nvPr>
        </p:nvSpPr>
        <p:spPr>
          <a:xfrm>
            <a:off x="3810000" y="5143500"/>
            <a:ext cx="18288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" name="Google Shape;21;g2ee90731317_0_210"/>
          <p:cNvSpPr txBox="1"/>
          <p:nvPr>
            <p:ph type="title"/>
          </p:nvPr>
        </p:nvSpPr>
        <p:spPr>
          <a:xfrm>
            <a:off x="1793289" y="3643473"/>
            <a:ext cx="6512400" cy="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2ee90731317_0_210"/>
          <p:cNvSpPr txBox="1"/>
          <p:nvPr>
            <p:ph idx="1" type="body"/>
          </p:nvPr>
        </p:nvSpPr>
        <p:spPr>
          <a:xfrm>
            <a:off x="1143000" y="609600"/>
            <a:ext cx="64008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719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340"/>
              <a:buChar char="●"/>
              <a:defRPr/>
            </a:lvl1pPr>
            <a:lvl2pPr indent="-377190" lvl="1" marL="914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340"/>
              <a:buChar char="○"/>
              <a:defRPr/>
            </a:lvl2pPr>
            <a:lvl3pPr indent="-377189" lvl="2" marL="1371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340"/>
              <a:buChar char="■"/>
              <a:defRPr/>
            </a:lvl3pPr>
            <a:lvl4pPr indent="-377189" lvl="3" marL="1828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340"/>
              <a:buChar char="●"/>
              <a:defRPr/>
            </a:lvl4pPr>
            <a:lvl5pPr indent="-377189" lvl="4" marL="22860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340"/>
              <a:buChar char="○"/>
              <a:defRPr/>
            </a:lvl5pPr>
            <a:lvl6pPr indent="-377189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340"/>
              <a:buChar char="■"/>
              <a:defRPr/>
            </a:lvl6pPr>
            <a:lvl7pPr indent="-377189" lvl="6" marL="3200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340"/>
              <a:buChar char="●"/>
              <a:defRPr/>
            </a:lvl7pPr>
            <a:lvl8pPr indent="-377190" lvl="7" marL="3657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ts val="2340"/>
              <a:buChar char="○"/>
              <a:defRPr/>
            </a:lvl8pPr>
            <a:lvl9pPr indent="-377190" lvl="8" marL="4114800" algn="l">
              <a:lnSpc>
                <a:spcPct val="115000"/>
              </a:lnSpc>
              <a:spcBef>
                <a:spcPts val="360"/>
              </a:spcBef>
              <a:spcAft>
                <a:spcPts val="300"/>
              </a:spcAft>
              <a:buSzPts val="234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2ee90731317_0_20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2ee90731317_0_173"/>
          <p:cNvSpPr txBox="1"/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g2ee90731317_0_17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ee90731317_0_176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g2ee90731317_0_176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g2ee90731317_0_17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ee90731317_0_180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g2ee90731317_0_180"/>
          <p:cNvSpPr txBox="1"/>
          <p:nvPr>
            <p:ph idx="1" type="body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2ee90731317_0_180"/>
          <p:cNvSpPr txBox="1"/>
          <p:nvPr>
            <p:ph idx="2" type="body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g2ee90731317_0_18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2ee90731317_0_18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g2ee90731317_0_18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ee90731317_0_188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g2ee90731317_0_188"/>
          <p:cNvSpPr txBox="1"/>
          <p:nvPr>
            <p:ph idx="1" type="body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g2ee90731317_0_18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ee90731317_0_192"/>
          <p:cNvSpPr txBox="1"/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" name="Google Shape;46;g2ee90731317_0_19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ee90731317_0_195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2ee90731317_0_195"/>
          <p:cNvSpPr txBox="1"/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g2ee90731317_0_195"/>
          <p:cNvSpPr txBox="1"/>
          <p:nvPr>
            <p:ph idx="1" type="subTitle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g2ee90731317_0_195"/>
          <p:cNvSpPr txBox="1"/>
          <p:nvPr>
            <p:ph idx="2" type="body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g2ee90731317_0_19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ee90731317_0_201"/>
          <p:cNvSpPr txBox="1"/>
          <p:nvPr>
            <p:ph idx="1" type="body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g2ee90731317_0_20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e90731317_0_204"/>
          <p:cNvSpPr txBox="1"/>
          <p:nvPr>
            <p:ph hasCustomPrompt="1" type="title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" name="Google Shape;58;g2ee90731317_0_204"/>
          <p:cNvSpPr txBox="1"/>
          <p:nvPr>
            <p:ph idx="1" type="body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g2ee90731317_0_20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ee90731317_0_165"/>
          <p:cNvSpPr txBox="1"/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2ee90731317_0_165"/>
          <p:cNvSpPr txBox="1"/>
          <p:nvPr>
            <p:ph idx="1" type="body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2ee90731317_0_16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-125" y="1893600"/>
            <a:ext cx="91440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828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44"/>
              <a:buNone/>
            </a:pPr>
            <a:r>
              <a:rPr b="1" lang="en-IN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Engineering</a:t>
            </a:r>
            <a:endParaRPr b="1"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28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44"/>
              <a:buNone/>
            </a:pPr>
            <a:r>
              <a:t/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5304925" y="4640875"/>
            <a:ext cx="36255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By:</a:t>
            </a:r>
            <a:br>
              <a:rPr b="0" i="0" lang="en-IN" sz="19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IN" sz="1800" u="none" cap="none" strike="noStrike">
                <a:solidFill>
                  <a:srgbClr val="3411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Member – 1 (Enrollment no.)</a:t>
            </a:r>
            <a:endParaRPr b="0" i="0" sz="2600" u="none" cap="none" strike="noStrike">
              <a:solidFill>
                <a:srgbClr val="34110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rgbClr val="3411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Member – 2 (Enrollment no.)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4600" y="306000"/>
            <a:ext cx="1569899" cy="156989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"/>
          <p:cNvSpPr txBox="1"/>
          <p:nvPr>
            <p:ph idx="1" type="subTitle"/>
          </p:nvPr>
        </p:nvSpPr>
        <p:spPr>
          <a:xfrm>
            <a:off x="1619672" y="3811927"/>
            <a:ext cx="5637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-IN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“Title of Project”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-75" y="2571750"/>
            <a:ext cx="9144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IN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 Project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"/>
          <p:cNvSpPr txBox="1"/>
          <p:nvPr/>
        </p:nvSpPr>
        <p:spPr>
          <a:xfrm>
            <a:off x="1" y="3214675"/>
            <a:ext cx="9144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Gill Sans"/>
              <a:buNone/>
            </a:pPr>
            <a:r>
              <a:rPr b="0" i="0" lang="en-IN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Semester  - VII</a:t>
            </a:r>
            <a:endParaRPr b="0" i="0" sz="4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367650" y="4779475"/>
            <a:ext cx="3755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IN" sz="19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By:</a:t>
            </a:r>
            <a:br>
              <a:rPr b="0" i="0" lang="en-IN" sz="19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IN" sz="1800" u="none" cap="none" strike="noStrike">
                <a:solidFill>
                  <a:srgbClr val="3411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Name</a:t>
            </a:r>
            <a:endParaRPr b="0" i="0" sz="19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1" name="Google Shape;71;p1"/>
          <p:cNvCxnSpPr/>
          <p:nvPr/>
        </p:nvCxnSpPr>
        <p:spPr>
          <a:xfrm flipH="1" rot="10800000">
            <a:off x="531628" y="2464874"/>
            <a:ext cx="8165700" cy="31800"/>
          </a:xfrm>
          <a:prstGeom prst="straightConnector1">
            <a:avLst/>
          </a:prstGeom>
          <a:noFill/>
          <a:ln cap="flat" cmpd="sng" w="57150">
            <a:solidFill>
              <a:srgbClr val="15608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/>
          <p:nvPr>
            <p:ph idx="1" type="body"/>
          </p:nvPr>
        </p:nvSpPr>
        <p:spPr>
          <a:xfrm>
            <a:off x="755576" y="1177313"/>
            <a:ext cx="7920900" cy="4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744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Times New Roman"/>
              <a:buChar char="●"/>
            </a:pPr>
            <a:r>
              <a:rPr lang="en-IN" sz="2400">
                <a:solidFill>
                  <a:srgbClr val="37415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>
              <a:solidFill>
                <a:srgbClr val="37415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Times New Roman"/>
              <a:buChar char="●"/>
            </a:pPr>
            <a:r>
              <a:rPr lang="en-IN" sz="2400">
                <a:solidFill>
                  <a:srgbClr val="37415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  <a:endParaRPr sz="2400">
              <a:solidFill>
                <a:srgbClr val="37415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Times New Roman"/>
              <a:buChar char="●"/>
            </a:pPr>
            <a:r>
              <a:rPr lang="en-IN" sz="2400">
                <a:solidFill>
                  <a:srgbClr val="37415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Objectives and Scope</a:t>
            </a:r>
            <a:endParaRPr sz="2400">
              <a:solidFill>
                <a:srgbClr val="37415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Times New Roman"/>
              <a:buChar char="●"/>
            </a:pPr>
            <a:r>
              <a:rPr lang="en-IN" sz="2400">
                <a:solidFill>
                  <a:srgbClr val="37415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Challenges and Solutions</a:t>
            </a:r>
            <a:endParaRPr sz="2400">
              <a:solidFill>
                <a:srgbClr val="37415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Times New Roman"/>
              <a:buChar char="●"/>
            </a:pPr>
            <a:r>
              <a:rPr lang="en-IN" sz="2400">
                <a:solidFill>
                  <a:srgbClr val="37415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Diagrams</a:t>
            </a:r>
            <a:endParaRPr sz="2400">
              <a:solidFill>
                <a:srgbClr val="37415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Times New Roman"/>
              <a:buChar char="●"/>
            </a:pPr>
            <a:r>
              <a:rPr lang="en-IN" sz="2400">
                <a:solidFill>
                  <a:srgbClr val="37415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r>
              <a:rPr lang="en-IN" sz="2400">
                <a:solidFill>
                  <a:srgbClr val="37415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400">
                <a:solidFill>
                  <a:srgbClr val="37415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and Roadmap</a:t>
            </a:r>
            <a:endParaRPr sz="2400">
              <a:solidFill>
                <a:srgbClr val="37415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Times New Roman"/>
              <a:buChar char="●"/>
            </a:pPr>
            <a:r>
              <a:rPr lang="en-IN" sz="2400">
                <a:solidFill>
                  <a:srgbClr val="37415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Future Plans </a:t>
            </a:r>
            <a:endParaRPr sz="2400">
              <a:solidFill>
                <a:srgbClr val="37415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Times New Roman"/>
              <a:buChar char="●"/>
            </a:pPr>
            <a:r>
              <a:rPr lang="en-IN" sz="2400">
                <a:solidFill>
                  <a:srgbClr val="37415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400">
              <a:solidFill>
                <a:srgbClr val="37415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400"/>
              <a:buFont typeface="Times New Roman"/>
              <a:buChar char="●"/>
            </a:pPr>
            <a:r>
              <a:rPr lang="en-IN" sz="2400">
                <a:solidFill>
                  <a:srgbClr val="37415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403000" y="304800"/>
            <a:ext cx="87411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IN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b="1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" name="Google Shape;78;p2"/>
          <p:cNvCxnSpPr/>
          <p:nvPr/>
        </p:nvCxnSpPr>
        <p:spPr>
          <a:xfrm flipH="1" rot="10800000">
            <a:off x="455428" y="940874"/>
            <a:ext cx="8165700" cy="31800"/>
          </a:xfrm>
          <a:prstGeom prst="straightConnector1">
            <a:avLst/>
          </a:prstGeom>
          <a:noFill/>
          <a:ln cap="flat" cmpd="sng" w="57150">
            <a:solidFill>
              <a:srgbClr val="15608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ee90731317_0_235"/>
          <p:cNvSpPr txBox="1"/>
          <p:nvPr>
            <p:ph idx="1" type="body"/>
          </p:nvPr>
        </p:nvSpPr>
        <p:spPr>
          <a:xfrm>
            <a:off x="755576" y="1177313"/>
            <a:ext cx="7920900" cy="4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44"/>
              </a:spcBef>
              <a:spcAft>
                <a:spcPts val="0"/>
              </a:spcAft>
              <a:buSzPts val="234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g2ee90731317_0_235"/>
          <p:cNvSpPr txBox="1"/>
          <p:nvPr/>
        </p:nvSpPr>
        <p:spPr>
          <a:xfrm>
            <a:off x="403000" y="304800"/>
            <a:ext cx="87411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IN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5" name="Google Shape;85;g2ee90731317_0_235"/>
          <p:cNvCxnSpPr/>
          <p:nvPr/>
        </p:nvCxnSpPr>
        <p:spPr>
          <a:xfrm flipH="1" rot="10800000">
            <a:off x="455428" y="940874"/>
            <a:ext cx="8165700" cy="31800"/>
          </a:xfrm>
          <a:prstGeom prst="straightConnector1">
            <a:avLst/>
          </a:prstGeom>
          <a:noFill/>
          <a:ln cap="flat" cmpd="sng" w="57150">
            <a:solidFill>
              <a:srgbClr val="15608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e90731317_0_299"/>
          <p:cNvSpPr txBox="1"/>
          <p:nvPr>
            <p:ph idx="1" type="body"/>
          </p:nvPr>
        </p:nvSpPr>
        <p:spPr>
          <a:xfrm>
            <a:off x="755576" y="1177313"/>
            <a:ext cx="7920900" cy="4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44"/>
              </a:spcBef>
              <a:spcAft>
                <a:spcPts val="0"/>
              </a:spcAft>
              <a:buSzPts val="234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g2ee90731317_0_299"/>
          <p:cNvSpPr txBox="1"/>
          <p:nvPr/>
        </p:nvSpPr>
        <p:spPr>
          <a:xfrm>
            <a:off x="403000" y="304800"/>
            <a:ext cx="87411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IN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  <a:endParaRPr b="1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2" name="Google Shape;92;g2ee90731317_0_299"/>
          <p:cNvCxnSpPr/>
          <p:nvPr/>
        </p:nvCxnSpPr>
        <p:spPr>
          <a:xfrm flipH="1" rot="10800000">
            <a:off x="455428" y="940874"/>
            <a:ext cx="8165700" cy="31800"/>
          </a:xfrm>
          <a:prstGeom prst="straightConnector1">
            <a:avLst/>
          </a:prstGeom>
          <a:noFill/>
          <a:ln cap="flat" cmpd="sng" w="57150">
            <a:solidFill>
              <a:srgbClr val="15608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ee90731317_0_241"/>
          <p:cNvSpPr txBox="1"/>
          <p:nvPr>
            <p:ph idx="1" type="body"/>
          </p:nvPr>
        </p:nvSpPr>
        <p:spPr>
          <a:xfrm>
            <a:off x="755576" y="1177313"/>
            <a:ext cx="7920900" cy="4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44"/>
              </a:spcBef>
              <a:spcAft>
                <a:spcPts val="0"/>
              </a:spcAft>
              <a:buSzPts val="234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g2ee90731317_0_241"/>
          <p:cNvSpPr txBox="1"/>
          <p:nvPr/>
        </p:nvSpPr>
        <p:spPr>
          <a:xfrm>
            <a:off x="403000" y="304800"/>
            <a:ext cx="87411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IN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and Scope</a:t>
            </a:r>
            <a:endParaRPr b="1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9" name="Google Shape;99;g2ee90731317_0_241"/>
          <p:cNvCxnSpPr/>
          <p:nvPr/>
        </p:nvCxnSpPr>
        <p:spPr>
          <a:xfrm flipH="1" rot="10800000">
            <a:off x="455428" y="940874"/>
            <a:ext cx="8165700" cy="31800"/>
          </a:xfrm>
          <a:prstGeom prst="straightConnector1">
            <a:avLst/>
          </a:prstGeom>
          <a:noFill/>
          <a:ln cap="flat" cmpd="sng" w="57150">
            <a:solidFill>
              <a:srgbClr val="15608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e90731317_0_261"/>
          <p:cNvSpPr txBox="1"/>
          <p:nvPr>
            <p:ph idx="1" type="body"/>
          </p:nvPr>
        </p:nvSpPr>
        <p:spPr>
          <a:xfrm>
            <a:off x="755576" y="1177313"/>
            <a:ext cx="7920900" cy="4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44"/>
              </a:spcBef>
              <a:spcAft>
                <a:spcPts val="0"/>
              </a:spcAft>
              <a:buSzPts val="234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g2ee90731317_0_261"/>
          <p:cNvSpPr txBox="1"/>
          <p:nvPr/>
        </p:nvSpPr>
        <p:spPr>
          <a:xfrm>
            <a:off x="403000" y="304800"/>
            <a:ext cx="87411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and Solutions</a:t>
            </a:r>
            <a:endParaRPr b="1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6" name="Google Shape;106;g2ee90731317_0_261"/>
          <p:cNvCxnSpPr/>
          <p:nvPr/>
        </p:nvCxnSpPr>
        <p:spPr>
          <a:xfrm flipH="1" rot="10800000">
            <a:off x="455428" y="940874"/>
            <a:ext cx="8165700" cy="31800"/>
          </a:xfrm>
          <a:prstGeom prst="straightConnector1">
            <a:avLst/>
          </a:prstGeom>
          <a:noFill/>
          <a:ln cap="flat" cmpd="sng" w="57150">
            <a:solidFill>
              <a:srgbClr val="15608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ee90731317_0_275"/>
          <p:cNvSpPr txBox="1"/>
          <p:nvPr>
            <p:ph idx="1" type="body"/>
          </p:nvPr>
        </p:nvSpPr>
        <p:spPr>
          <a:xfrm>
            <a:off x="755576" y="1177313"/>
            <a:ext cx="7920900" cy="4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44"/>
              </a:spcBef>
              <a:spcAft>
                <a:spcPts val="0"/>
              </a:spcAft>
              <a:buSzPts val="234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g2ee90731317_0_275"/>
          <p:cNvSpPr txBox="1"/>
          <p:nvPr/>
        </p:nvSpPr>
        <p:spPr>
          <a:xfrm>
            <a:off x="403000" y="304800"/>
            <a:ext cx="87411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IN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Diagrams</a:t>
            </a:r>
            <a:endParaRPr b="1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3" name="Google Shape;113;g2ee90731317_0_275"/>
          <p:cNvCxnSpPr/>
          <p:nvPr/>
        </p:nvCxnSpPr>
        <p:spPr>
          <a:xfrm flipH="1" rot="10800000">
            <a:off x="455428" y="940874"/>
            <a:ext cx="8165700" cy="31800"/>
          </a:xfrm>
          <a:prstGeom prst="straightConnector1">
            <a:avLst/>
          </a:prstGeom>
          <a:noFill/>
          <a:ln cap="flat" cmpd="sng" w="57150">
            <a:solidFill>
              <a:srgbClr val="15608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ee90731317_0_281"/>
          <p:cNvSpPr txBox="1"/>
          <p:nvPr>
            <p:ph idx="1" type="body"/>
          </p:nvPr>
        </p:nvSpPr>
        <p:spPr>
          <a:xfrm>
            <a:off x="755576" y="1177313"/>
            <a:ext cx="7920900" cy="4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44"/>
              </a:spcBef>
              <a:spcAft>
                <a:spcPts val="0"/>
              </a:spcAft>
              <a:buSzPts val="234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2ee90731317_0_281"/>
          <p:cNvSpPr txBox="1"/>
          <p:nvPr/>
        </p:nvSpPr>
        <p:spPr>
          <a:xfrm>
            <a:off x="403000" y="304800"/>
            <a:ext cx="87411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IN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Plans and Roadmap</a:t>
            </a:r>
            <a:endParaRPr b="1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0" name="Google Shape;120;g2ee90731317_0_281"/>
          <p:cNvCxnSpPr/>
          <p:nvPr/>
        </p:nvCxnSpPr>
        <p:spPr>
          <a:xfrm flipH="1" rot="10800000">
            <a:off x="455428" y="940874"/>
            <a:ext cx="8165700" cy="31800"/>
          </a:xfrm>
          <a:prstGeom prst="straightConnector1">
            <a:avLst/>
          </a:prstGeom>
          <a:noFill/>
          <a:ln cap="flat" cmpd="sng" w="57150">
            <a:solidFill>
              <a:srgbClr val="15608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e90731317_0_287"/>
          <p:cNvSpPr txBox="1"/>
          <p:nvPr>
            <p:ph idx="1" type="body"/>
          </p:nvPr>
        </p:nvSpPr>
        <p:spPr>
          <a:xfrm>
            <a:off x="755576" y="1177313"/>
            <a:ext cx="7920900" cy="4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44"/>
              </a:spcBef>
              <a:spcAft>
                <a:spcPts val="0"/>
              </a:spcAft>
              <a:buSzPts val="234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2ee90731317_0_287"/>
          <p:cNvSpPr txBox="1"/>
          <p:nvPr/>
        </p:nvSpPr>
        <p:spPr>
          <a:xfrm>
            <a:off x="403000" y="304800"/>
            <a:ext cx="87411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IN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i="0" sz="3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" name="Google Shape;127;g2ee90731317_0_287"/>
          <p:cNvCxnSpPr/>
          <p:nvPr/>
        </p:nvCxnSpPr>
        <p:spPr>
          <a:xfrm flipH="1" rot="10800000">
            <a:off x="455428" y="940874"/>
            <a:ext cx="8165700" cy="31800"/>
          </a:xfrm>
          <a:prstGeom prst="straightConnector1">
            <a:avLst/>
          </a:prstGeom>
          <a:noFill/>
          <a:ln cap="flat" cmpd="sng" w="57150">
            <a:solidFill>
              <a:srgbClr val="15608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28600"/>
            <a:ext cx="914400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2021-08-09T09:56:38Z</dcterms:created>
  <dc:creator>Admin</dc:creator>
</cp:coreProperties>
</file>